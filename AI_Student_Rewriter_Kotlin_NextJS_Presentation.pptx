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607040" cy="6583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AI Student Rewriter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10058400" cy="4389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Kotlin Spring Boot, Next.js, MySQL, OpenAI, Datamuse, GitHub and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61488"/>
            <a:ext cx="34747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E4F0F9"/>
                </a:solidFill>
                <a:latin typeface="Calibri"/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99816"/>
            <a:ext cx="4572000" cy="38404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Keshab Amgain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11880"/>
            <a:ext cx="45720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E4F0F9"/>
                </a:solidFill>
                <a:latin typeface="Calibri"/>
              </a:rPr>
              <a:t>Student ID: [Add student ID]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50992"/>
            <a:ext cx="71323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Full stack final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035040"/>
            <a:ext cx="7132320" cy="21945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Azure hosting is not used. Submission uses GitHub and Docker.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Table of Contents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508760"/>
            <a:ext cx="64008" cy="658368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618488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1. Introduction and project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1984248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1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50591"/>
            <a:ext cx="64008" cy="658368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560320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2. Project structure and file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926079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92424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92424"/>
            <a:ext cx="64008" cy="658368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502152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3. Core backend, frontend and database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867912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34256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334256"/>
            <a:ext cx="64008" cy="658368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443984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4. Data storage and user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809744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508760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508760"/>
            <a:ext cx="64008" cy="658368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618488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5. REST APIs, CRUD and 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1984248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450591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2450591"/>
            <a:ext cx="64008" cy="658368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2560320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6. How to run locally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2926079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392424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392424"/>
            <a:ext cx="64008" cy="658368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3502152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7. GitHub and Docker submission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3867912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334256"/>
            <a:ext cx="4937760" cy="658368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334256"/>
            <a:ext cx="64008" cy="658368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8504" y="4443984"/>
            <a:ext cx="46634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8. Challenges, conclusion and future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8504" y="4809744"/>
            <a:ext cx="4681728" cy="91439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Introduction and 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1. Introduction and Project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5394960" cy="361188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508760"/>
            <a:ext cx="64008" cy="361188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618488"/>
            <a:ext cx="51206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Project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984248"/>
            <a:ext cx="5138928" cy="30449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AI Student Tone Rewriter is a web application that helps students rewrite English text in a clear, neutral and student-friendly style.
It supports short simple output, academic output, paraphrasing, grammar fix, avoid words, checklist feedback, vocabulary suggestions and export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5120640" cy="361188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64008" cy="361188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618488"/>
            <a:ext cx="48463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Main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84248"/>
            <a:ext cx="4864607" cy="30449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The goal is to create a complete full stack system using Kotlin Spring Boot backend, Next.js frontend and MySQL database.
The project also shows login, Admin/User roles, REST API, CRUD, validation, responsive design and asynchronous frontend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Project Structure and File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2. Project Structure and File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611880" cy="11430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64008" cy="11430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435607"/>
            <a:ext cx="33375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backend/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801368"/>
            <a:ext cx="3355848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Kotlin Spring Boot API, services, security, JPA entities, repositories, tests and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325880"/>
            <a:ext cx="3611880" cy="114300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64008" cy="114300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435607"/>
            <a:ext cx="33375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frontend/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801368"/>
            <a:ext cx="3355848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Next.js pages, React components, API helper files, Tailwind CSS and FontAwesome UI.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246120" cy="11430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64008" cy="11430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435607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database/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01368"/>
            <a:ext cx="2990087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MySQL schema and seed data for roles and prompt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34640"/>
            <a:ext cx="3611880" cy="11430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834640"/>
            <a:ext cx="64008" cy="11430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2944368"/>
            <a:ext cx="33375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SOP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3310128"/>
            <a:ext cx="3355848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Generated project SOP explains running steps, screenshots, testing and rubric coverage.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2834640"/>
            <a:ext cx="3611880" cy="11430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2834640"/>
            <a:ext cx="64008" cy="11430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2944368"/>
            <a:ext cx="33375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Final PPT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3310128"/>
            <a:ext cx="3355848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Presentation explains the project flow, files, tools, challenges and final links.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834640"/>
            <a:ext cx="3246120" cy="11430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834640"/>
            <a:ext cx="64008" cy="114300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2944368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Logs and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310128"/>
            <a:ext cx="2990087" cy="5760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Backend logs and test reports support debugging and final checking.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63440"/>
            <a:ext cx="10789920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- The project is split clearly into frontend, backend and database work.
- Each file has one main responsibility, so the project is easier to test and explain.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Backend Files and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Backend Files and Use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298448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5785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F2D3D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F2D3D"/>
                          </a:solidFill>
                        </a:defRPr>
                      </a:pPr>
                      <a:r>
                        <a:t>Use in Project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backend/pom.xml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Defines Spring Boot, Kotlin, JPA, Security, Validation, WebMVC, MySQL, PDFBox, POI and tests.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application.properties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Stores port 8080, MySQL connection, CORS, logging, OpenAI and Datamuse settings.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RewritingToolApplication.kt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Main Spring Boot start file.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config/SecurityConfig.kt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Controls login, Admin/User roles, public routes and CORS.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config/RestClientConfig.kt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Creates REST client support for outside API calls.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controller/*.kt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Provides REST API endpoints for auth, rewrite, upload, profile, admin, contact and user prompts.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service/*.kt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main business logic for AI rewrite, evaluation, vocabulary, users, prompts and audit logs.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Backend Domain, Storage and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Backend Domain, Storage and Tests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298448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5785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F2D3D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F2D3D"/>
                          </a:solidFill>
                        </a:defRPr>
                      </a:pPr>
                      <a:r>
                        <a:t>Use in Project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entity/*.kt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Maps Kotlin classes to MySQL tables using JPA.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repository/*.kt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Reads and writes database records with Spring Data JPA.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dto/*.kt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Defines request and response objects used by the REST APIs.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src/test/kotlin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backend tests for application context, rewrite controller and AI client logic.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logs/rewriting-tool.log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Stores backend application logs for debugging.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target/surefire-reports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Stores Maven test report output.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TextUploadService.kt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Extracts text from .txt, .md, .docx and .pdf files.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Frontend and Database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Frontend and Database Files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143000"/>
          <a:ext cx="11064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89204"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Use in Project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frontend/package.json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Defines Next.js scripts, React, Tailwind, TypeScript, ESLint and FontAwesome packages.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pages: Home, Login, Register, Dashboard, History, Profile, Admin and About.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UI components such as RewriteWorkspace, History, Dashboard, Profile and Admin pages.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frontend/src/lib/api.ts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fetch calls to the Spring Boot backend.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frontend/src/lib/auth.ts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Stores frontend login session helper logic.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frontend/src/lib/guestRewrites.ts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Saves guest rewrite history in browser localStorage.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frontend/src/lib/guestContactMessages.ts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Keeps guest contact message fallback data.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frontend/src/app/globals.css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Contains Tailwind CSS and global UI styling.</a:t>
                      </a:r>
                    </a:p>
                  </a:txBody>
                  <a:tcPr/>
                </a:tc>
              </a:tr>
              <a:tr h="4892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database/schema.sql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Creates MySQL tables and seed prompt settings.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Core Kotlin and Spring Boot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3. Core Kotlin and Spring Boot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429000" cy="338328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64008" cy="338328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527048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Kotlin and Java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892808"/>
            <a:ext cx="3172968" cy="2816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The backend is written in Kotlin and runs on Java 17. Kotlin keeps data classes, services and controllers concise.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29000" cy="338328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64008" cy="338328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Spring Boot 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892808"/>
            <a:ext cx="3172968" cy="2816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Spring Boot starts the backend, loads configuration, exposes REST APIs and connects all backend layers.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17320"/>
            <a:ext cx="3246120" cy="338328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64008" cy="338328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527048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92808"/>
            <a:ext cx="2990087" cy="2816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Maven builds the backend, runs tests and manages dependencies using backend/pom.xml.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789920" cy="5303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- Main backend areas: controller, service, entity, repository, dto, config and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Spring Boot, JPA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Spring Boot, JPA and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3429000" cy="356616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64008" cy="356616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389888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755648"/>
            <a:ext cx="3172968" cy="29992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Controllers receive frontend requests and return JSON responses. The frontend does not refresh the page for API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280160"/>
            <a:ext cx="3429000" cy="356616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280160"/>
            <a:ext cx="64008" cy="356616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389888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Hibernate JPA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755648"/>
            <a:ext cx="3172968" cy="29992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Entity and repository classes connect the backend to MySQL. Tables are mapped to Kotlin classes.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280160"/>
            <a:ext cx="3246120" cy="356616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64008" cy="356616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389888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Spring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755648"/>
            <a:ext cx="2990087" cy="29992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Login is protected with Basic Auth. Admin and User roles have different backend permissions.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257800"/>
            <a:ext cx="1234440" cy="329184"/>
          </a:xfrm>
          <a:prstGeom prst="round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330952"/>
            <a:ext cx="1143000" cy="146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5257800"/>
            <a:ext cx="1234440" cy="329184"/>
          </a:xfrm>
          <a:prstGeom prst="round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9736" y="5330952"/>
            <a:ext cx="1143000" cy="146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5257800"/>
            <a:ext cx="1234440" cy="329184"/>
          </a:xfrm>
          <a:prstGeom prst="round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77056" y="5330952"/>
            <a:ext cx="1143000" cy="146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Exceptions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5257800"/>
            <a:ext cx="1234440" cy="329184"/>
          </a:xfrm>
          <a:prstGeom prst="round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94376" y="5330952"/>
            <a:ext cx="1143000" cy="146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257800"/>
            <a:ext cx="1234440" cy="329184"/>
          </a:xfrm>
          <a:prstGeom prst="round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5330952"/>
            <a:ext cx="1143000" cy="146304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OpenAI, Datamuse, Upload and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OpenAI, Datamuse, Upload and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2697480" cy="38862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64008" cy="38862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1344168"/>
            <a:ext cx="24231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OpenAI rewrite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1709928"/>
            <a:ext cx="2441448" cy="33192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The backend sends rewrite instructions to the OpenAI API. The API key stays in backend environment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234440"/>
            <a:ext cx="2697480" cy="388620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234440"/>
            <a:ext cx="64008" cy="388620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344168"/>
            <a:ext cx="24231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Datamuse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1709928"/>
            <a:ext cx="2441448" cy="33192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Vocabulary suggestions appear after rewriting. This keeps the default screen clean and useful.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34440"/>
            <a:ext cx="2697480" cy="38862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1234440"/>
            <a:ext cx="64008" cy="38862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1344168"/>
            <a:ext cx="24231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Text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1709928"/>
            <a:ext cx="2441448" cy="33192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The user can upload .txt, .md, .docx and .pdf files. The backend extracts text and returns it to the frontend.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234440"/>
            <a:ext cx="2057400" cy="38862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234440"/>
            <a:ext cx="64008" cy="38862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4" y="1344168"/>
            <a:ext cx="17830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1709928"/>
            <a:ext cx="1801368" cy="33192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Output can be copied or downloaded as TXT and PDF from the rewrite and history screens.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Next.js, Tailwind and FontAwesome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Next.js, Tailwind and FontAwesome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429000" cy="352044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64008" cy="352044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435607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Next.js and 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801368"/>
            <a:ext cx="3172968" cy="2953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Next.js creates routes and React components. Pages load client-side data and call backend APIs.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325880"/>
            <a:ext cx="3429000" cy="352044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64008" cy="352044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435607"/>
            <a:ext cx="31546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Tailwind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801368"/>
            <a:ext cx="3172968" cy="2953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Tailwind gives responsive styling, spacing, buttons, layout, popups and clean visual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246120" cy="352044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64008" cy="352044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435607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FontAwesome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801368"/>
            <a:ext cx="2990087" cy="2953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Icons are used for clear UI actions such as upload, settings, avoid words, download and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69848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- Dynamic frontend actions include validation, popups, loading skeletons, accordion history, copy, TXT/PDF download and responsive controls.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Data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4. Data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361188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64008" cy="361188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52704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Logged in user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892808"/>
            <a:ext cx="4910328" cy="30449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When a user logs in, rewrite history, profile data, personal prompt settings and contact messages are saved in MySQL through the Spring Boot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5120640" cy="361188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" cy="361188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48463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Guest user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892808"/>
            <a:ext cx="4864607" cy="304495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A guest user can still use the rewriting tool. Guest rewrite history is saved in browser localStorage. If browser data is cleared, guest history is lost.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MySQL Database and Browser localStorage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MySQL Database and Browser localStorage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133856"/>
          <a:ext cx="11064240" cy="48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3899"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What It Stores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 and USER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Role based permission.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user_accounts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Username, password hash, display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Login and account control.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Full name and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Profile page data.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user_roles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 to role 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Many-to-many role mapping.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prompt_settings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Default rewrite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 managed mode settings.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user_prompt_settings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 custom prompt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Personal output control.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rewrite_history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Original, rewritten, mode, evaluation, vocabulary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History CRUD and dashboard.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admin_audit_logs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Traceability and logging.</a:t>
                      </a:r>
                    </a:p>
                  </a:txBody>
                  <a:tcPr/>
                </a:tc>
              </a:tr>
              <a:tr h="4438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contact_messages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Contact form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Communication records.</a:t>
                      </a:r>
                    </a:p>
                  </a:txBody>
                  <a:tcPr/>
                </a:tc>
              </a:tr>
              <a:tr h="443906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localStorage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Guest rewrite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Temporary data without login.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F0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User Flow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User Flow Diagrams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14300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3000" b="1">
                <a:solidFill>
                  <a:srgbClr val="1F2D3D"/>
                </a:solidFill>
                <a:latin typeface="Calibri"/>
              </a:rPr>
              <a:t>5. User Flow Diagrams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82880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500" b="0">
                <a:solidFill>
                  <a:srgbClr val="5E6975"/>
                </a:solidFill>
                <a:latin typeface="Calibri"/>
              </a:rPr>
              <a:t>The next slide shows the main rewrite flow, guest flow and logged in user flow in simple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880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880360"/>
            <a:ext cx="64008" cy="123444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990088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Main 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3355848"/>
            <a:ext cx="2761487" cy="667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Text -&gt; mode -&gt; API -&gt;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880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880360"/>
            <a:ext cx="64008" cy="123444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990088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Guest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355848"/>
            <a:ext cx="2761487" cy="667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Browser localStorage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880360"/>
            <a:ext cx="3017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880360"/>
            <a:ext cx="64008" cy="123444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2990088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Logged in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355848"/>
            <a:ext cx="2761487" cy="6675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MySQL history and profile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Main Rewrite, Guest and Logged-in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Main Rewrite, Guest and Logged-in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20116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Main Rewrite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64208"/>
            <a:ext cx="1261872" cy="566928"/>
          </a:xfrm>
          <a:prstGeom prst="roundRect">
            <a:avLst/>
          </a:prstGeom>
          <a:solidFill>
            <a:srgbClr val="2269A8"/>
          </a:solidFill>
          <a:ln>
            <a:solidFill>
              <a:srgbClr val="2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1856231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1664208"/>
            <a:ext cx="1261872" cy="566928"/>
          </a:xfrm>
          <a:prstGeom prst="roundRect">
            <a:avLst/>
          </a:prstGeom>
          <a:solidFill>
            <a:srgbClr val="229491"/>
          </a:solidFill>
          <a:ln>
            <a:solidFill>
              <a:srgbClr val="22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856231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1664208"/>
            <a:ext cx="1261872" cy="566928"/>
          </a:xfrm>
          <a:prstGeom prst="roundRect">
            <a:avLst/>
          </a:prstGeom>
          <a:solidFill>
            <a:srgbClr val="3F8F6C"/>
          </a:solidFill>
          <a:ln>
            <a:solidFill>
              <a:srgbClr val="3F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Fetch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1856231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1664208"/>
            <a:ext cx="1261872" cy="566928"/>
          </a:xfrm>
          <a:prstGeom prst="roundRect">
            <a:avLst/>
          </a:prstGeom>
          <a:solidFill>
            <a:srgbClr val="E29135"/>
          </a:solidFill>
          <a:ln>
            <a:solidFill>
              <a:srgbClr val="E29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Spring 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1856231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1664208"/>
            <a:ext cx="1261872" cy="56692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AI +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1856231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664208"/>
            <a:ext cx="1261872" cy="566928"/>
          </a:xfrm>
          <a:prstGeom prst="roundRect">
            <a:avLst/>
          </a:prstGeom>
          <a:solidFill>
            <a:srgbClr val="2269A8"/>
          </a:solidFill>
          <a:ln>
            <a:solidFill>
              <a:srgbClr val="2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783080"/>
            <a:ext cx="1170431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88920"/>
            <a:ext cx="20116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Guest User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200400"/>
            <a:ext cx="1508760" cy="566928"/>
          </a:xfrm>
          <a:prstGeom prst="roundRect">
            <a:avLst/>
          </a:prstGeom>
          <a:solidFill>
            <a:srgbClr val="2269A8"/>
          </a:solidFill>
          <a:ln>
            <a:solidFill>
              <a:srgbClr val="2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319272"/>
            <a:ext cx="1417319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Open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340156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200400"/>
            <a:ext cx="1508760" cy="566928"/>
          </a:xfrm>
          <a:prstGeom prst="roundRect">
            <a:avLst/>
          </a:prstGeom>
          <a:solidFill>
            <a:srgbClr val="229491"/>
          </a:solidFill>
          <a:ln>
            <a:solidFill>
              <a:srgbClr val="22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39" y="3319272"/>
            <a:ext cx="1417319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40156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49240" y="3200400"/>
            <a:ext cx="1508760" cy="566928"/>
          </a:xfrm>
          <a:prstGeom prst="roundRect">
            <a:avLst/>
          </a:prstGeom>
          <a:solidFill>
            <a:srgbClr val="3F8F6C"/>
          </a:solidFill>
          <a:ln>
            <a:solidFill>
              <a:srgbClr val="3F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59" y="3319272"/>
            <a:ext cx="1417319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Save localStorage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7" y="340156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59" y="3200400"/>
            <a:ext cx="1508760" cy="566928"/>
          </a:xfrm>
          <a:prstGeom prst="roundRect">
            <a:avLst/>
          </a:prstGeom>
          <a:solidFill>
            <a:srgbClr val="E29135"/>
          </a:solidFill>
          <a:ln>
            <a:solidFill>
              <a:srgbClr val="E29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3319272"/>
            <a:ext cx="1417319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History in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343400"/>
            <a:ext cx="233172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Logged-In User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754880"/>
            <a:ext cx="1417320" cy="566928"/>
          </a:xfrm>
          <a:prstGeom prst="roundRect">
            <a:avLst/>
          </a:prstGeom>
          <a:solidFill>
            <a:srgbClr val="2269A8"/>
          </a:solidFill>
          <a:ln>
            <a:solidFill>
              <a:srgbClr val="226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73752"/>
            <a:ext cx="1325880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Register/Login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67128" y="495604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4754880"/>
            <a:ext cx="1417320" cy="566928"/>
          </a:xfrm>
          <a:prstGeom prst="roundRect">
            <a:avLst/>
          </a:prstGeom>
          <a:solidFill>
            <a:srgbClr val="229491"/>
          </a:solidFill>
          <a:ln>
            <a:solidFill>
              <a:srgbClr val="229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4873752"/>
            <a:ext cx="1325880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Rewrite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495604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00600" y="4754880"/>
            <a:ext cx="1417320" cy="566928"/>
          </a:xfrm>
          <a:prstGeom prst="roundRect">
            <a:avLst/>
          </a:prstGeom>
          <a:solidFill>
            <a:srgbClr val="3F8F6C"/>
          </a:solidFill>
          <a:ln>
            <a:solidFill>
              <a:srgbClr val="3F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4873752"/>
            <a:ext cx="1325880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Save via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495604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4754880"/>
            <a:ext cx="1417320" cy="566928"/>
          </a:xfrm>
          <a:prstGeom prst="roundRect">
            <a:avLst/>
          </a:prstGeom>
          <a:solidFill>
            <a:srgbClr val="E29135"/>
          </a:solidFill>
          <a:ln>
            <a:solidFill>
              <a:srgbClr val="E29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873752"/>
            <a:ext cx="1325880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8" y="4956048"/>
            <a:ext cx="347472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200" b="1">
                <a:solidFill>
                  <a:srgbClr val="5E6975"/>
                </a:solidFill>
                <a:latin typeface="Calibri"/>
              </a:rPr>
              <a:t>-&gt;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4754880"/>
            <a:ext cx="1417320" cy="566928"/>
          </a:xfrm>
          <a:prstGeom prst="roundRect">
            <a:avLst/>
          </a:prstGeom>
          <a:solidFill>
            <a:srgbClr val="B54A4A"/>
          </a:solidFill>
          <a:ln>
            <a:solidFill>
              <a:srgbClr val="B5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0" y="4873752"/>
            <a:ext cx="1325880" cy="40233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History page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6. Build and Run Locally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6. Build and Run Locally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34440"/>
            <a:ext cx="3520440" cy="416052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34440"/>
            <a:ext cx="64008" cy="416052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344168"/>
            <a:ext cx="32461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1. Prepare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709928"/>
            <a:ext cx="3264408" cy="3593591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mysql -u root -p &lt; database/schema.sql
Database name:
rewriting_tool
Set DB_URL, DB_USERNAME and DB_PASSWORD if local values are different.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520440" cy="416052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64008" cy="416052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344168"/>
            <a:ext cx="32461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2. Run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709928"/>
            <a:ext cx="3264408" cy="3593591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cd backend
.\mvnw spring-boot:run
Backend URL:
http://localhost:8080
Important env value:
OPENAI_API_KEY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34440"/>
            <a:ext cx="3520440" cy="416052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234440"/>
            <a:ext cx="64008" cy="416052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1344168"/>
            <a:ext cx="32461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3. Run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709928"/>
            <a:ext cx="3264408" cy="3593591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cd frontend
npm install
npm run dev
Frontend URL:
http://localhost:3000
Build check:
npm run 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7. GitHub and Docker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7. GitHub and Docker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212080" cy="41148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64008" cy="41148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38988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GitHub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755648"/>
            <a:ext cx="4956048" cy="3547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git init
git add .
git commit -m "final project submission"
git branch -M main
git remote add origin [ADD_GITHUB_LINK]
git push -u origin main
Do not push node_modules, .next, target, logs, passwords or API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80160"/>
            <a:ext cx="5074920" cy="41148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80160"/>
            <a:ext cx="64008" cy="41148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389888"/>
            <a:ext cx="480060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Docker packaging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755648"/>
            <a:ext cx="4818888" cy="3547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Docker is used for final packaging, not Azure hosting.
Services:
- MySQL container
- Spring Boot backend container
- Next.js frontend container
Example:
docker compose up --build
Azure is not used in this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REST API and CRUD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REST API and CRUD Coverage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124712"/>
          <a:ext cx="110642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3043"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Endpoint / Page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solidFill>
                            <a:srgbClr val="1F2D3D"/>
                          </a:solidFill>
                        </a:defRPr>
                      </a:pPr>
                      <a:r>
                        <a:t>Use</a:t>
                      </a:r>
                    </a:p>
                  </a:txBody>
                  <a:tcPr>
                    <a:solidFill>
                      <a:srgbClr val="E4F0F9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Register/Login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/api/auth/register, /api/auth/me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 account and session checking.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Rewrite 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POST /api/rewrites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Creates rewrite record for logged in user.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Guest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POST /api/rewrites/preview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Allows rewrite without login.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History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GET /api/rewrites, GET /api/rewrites/{id}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Loads all or one history item.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History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PUT /api/rewrites/{id}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Edits saved rewrite text and mode.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History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DELETE /api/rewrites/{id}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Deletes a history item.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POST /api/uploads/text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Extracts text from supported files.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GET / PUT /api/profile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Reads and updates user profile.</a:t>
                      </a:r>
                    </a:p>
                  </a:txBody>
                  <a:tcPr/>
                </a:tc>
              </a:tr>
              <a:tr h="4530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User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GET / PUT /api/user/prompt-settings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Saves personal prompts.</a:t>
                      </a:r>
                    </a:p>
                  </a:txBody>
                  <a:tcPr/>
                </a:tc>
              </a:tr>
              <a:tr h="45305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/api/admin/prompt-settings, /api/admin/audit-logs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D242D"/>
                          </a:solidFill>
                          <a:latin typeface="Calibri"/>
                        </a:defRPr>
                      </a:pPr>
                      <a:r>
                        <a:t>Admin mode settings and audit review.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8. Challenges and Solutions -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8. Challenges and Solutions -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5212080" cy="18288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64008" cy="18288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34416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Database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09928"/>
            <a:ext cx="495604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The backend needed MySQL connection values without hard coding passwords.
Solution: application.properties reads DB_URL, DB_USERNAME and DB_PASSWORD from environment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5166360" cy="18288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64008" cy="18288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34416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Role based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709928"/>
            <a:ext cx="491032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Admin and User needed different permissions.
Solution: Spring Security protects routes and checks roles before allowing admin APIs.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29000"/>
            <a:ext cx="5212080" cy="182880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29000"/>
            <a:ext cx="64008" cy="182880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3872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AI output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04487"/>
            <a:ext cx="495604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Basic output, advanced output and student tone needed different behavior.
Solution: Prompt settings and level based modes control output style and checklist verification.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29000"/>
            <a:ext cx="5166360" cy="18288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429000"/>
            <a:ext cx="64008" cy="182880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53872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File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04487"/>
            <a:ext cx="491032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Different file types needed text extraction.
Solution: Apache POI handles DOCX and PDFBox handles PDF text extraction.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Challenges and Solutions -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Challenges and Solutions - 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5212080" cy="18288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64008" cy="18288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34416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Clean writing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09928"/>
            <a:ext cx="495604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The page needed many controls but still had to look simple.
Solution: Top inline controls, small icon buttons, popups and hidden sections keep the screen clean.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5166360" cy="182880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64008" cy="182880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34416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Guest and login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709928"/>
            <a:ext cx="491032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Guest users and logged in users needed different storage.
Solution: localStorage is used for guests and MySQL is used after login.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29000"/>
            <a:ext cx="5212080" cy="18288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29000"/>
            <a:ext cx="64008" cy="18288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3872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Responsive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04487"/>
            <a:ext cx="495604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History, input and output sections were difficult on small screens.
Solution: Responsive Tailwind classes, hidden history panel logic and compact buttons improve mobile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29000"/>
            <a:ext cx="5166360" cy="18288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429000"/>
            <a:ext cx="64008" cy="18288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53872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1">
                <a:solidFill>
                  <a:srgbClr val="1F2D3D"/>
                </a:solidFill>
                <a:latin typeface="Calibri"/>
              </a:rPr>
              <a:t>Challenge: Loading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04487"/>
            <a:ext cx="4910328" cy="1261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900" b="0">
                <a:solidFill>
                  <a:srgbClr val="1D242D"/>
                </a:solidFill>
                <a:latin typeface="Calibri"/>
              </a:rPr>
              <a:t>Problem: Users needed clear feedback during API calls.
Solution: Skeleton loading and disabled states show that the page is working.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9.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9. 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10744200" cy="425196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64008" cy="425196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435607"/>
            <a:ext cx="10469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801368"/>
            <a:ext cx="10488168" cy="3685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AI Student Tone Rewriter is a working full stack project. It uses Kotlin Spring Boot for the backend, Next.js for the frontend and MySQL for data storage.
The project includes rewrite modes, A1-A2 to C1-C2 level control, student and neutral tone support, avoid words, user prompt settings, Datamuse vocabulary suggestions, checklist scoring, login, Admin/User roles, history CRUD, profile, contact, dashboard, file upload, TXT/PDF export and responsive design.
The final submission is prepared for GitHub and Docker. Azure hosting is not used.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Completed Features and Rubric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Completed Features and Rubric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5212080" cy="425196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64008" cy="425196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435607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Backend and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801368"/>
            <a:ext cx="4956048" cy="3685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- Kotlin backend and Spring Boot REST API
- Spring Security login and Admin/User roles
- MySQL database with Hibernate JPA
- More than five database tables
- One-to-one, one-to-many and many-to-many relationships
- Rewrite history CRUD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166360" cy="425196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25880"/>
            <a:ext cx="64008" cy="425196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435607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Frontend and extra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801368"/>
            <a:ext cx="4910328" cy="3685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- Next.js frontend with REST API fetch calls
- Client and server validation
- Responsive desktop, tablet and mobile layout
- Dynamic UI with popups, upload, accordion and skeleton loading
- Additional features: dashboard, file upload, PDF/TXT export and vocabulary
- Project documentation with SOP and presentation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Potential Future Improvements and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Potential Future Improvements and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34440"/>
            <a:ext cx="5212080" cy="434340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234440"/>
            <a:ext cx="64008" cy="434340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344168"/>
            <a:ext cx="493776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09928"/>
            <a:ext cx="4956048" cy="3776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- Add password reset and email verification.
- Add Word document export.
- Add more charts in the dashboard.
- Add stronger admin report filters.
- Add more language support for international students.
- Add Dockerfiles and docker-compose file if final packaging requires runnable containers.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5166360" cy="434340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34440"/>
            <a:ext cx="64008" cy="434340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34416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Long term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709928"/>
            <a:ext cx="4910328" cy="3776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The target is to make this tool a student-focused writing assistant. Future versions can improve human-like rewriting, feedback quality, personal prompt control and safe academic writing support while preserving the original meaning.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3160"/>
            <a:ext cx="1060704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46120"/>
            <a:ext cx="8503920" cy="3474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500" b="0">
                <a:solidFill>
                  <a:srgbClr val="E4F0F9"/>
                </a:solidFill>
                <a:latin typeface="Calibri"/>
              </a:rPr>
              <a:t>AI Student Tone Rewriter - 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310896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Keshab Amgain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73152"/>
            <a:ext cx="9784080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Project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393192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73152"/>
            <a:ext cx="9144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73968" cy="9144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0350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700" b="0">
                <a:solidFill>
                  <a:srgbClr val="5E6975"/>
                </a:solidFill>
                <a:latin typeface="Calibri"/>
              </a:rPr>
              <a:t>AI Student Tone Rewriter - Kotlin Spring Boot and Next.js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10528"/>
            <a:ext cx="2148840" cy="20116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r"/>
            <a:r>
              <a:rPr sz="700" b="0">
                <a:solidFill>
                  <a:srgbClr val="5E6975"/>
                </a:solidFill>
                <a:latin typeface="Calibri"/>
              </a:rPr>
              <a:t>Prepared by Keshab Amgain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85800"/>
            <a:ext cx="10789920" cy="502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2500" b="1">
                <a:solidFill>
                  <a:srgbClr val="1F2D3D"/>
                </a:solidFill>
                <a:latin typeface="Calibri"/>
              </a:rPr>
              <a:t>Project Links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10744200" cy="822960"/>
          </a:xfrm>
          <a:prstGeom prst="roundRect">
            <a:avLst/>
          </a:prstGeom>
          <a:solidFill>
            <a:srgbClr val="E4F0F9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64008" cy="82296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435607"/>
            <a:ext cx="10469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1801368"/>
            <a:ext cx="10488168" cy="25603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[Add GitHub repository link here]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77440"/>
            <a:ext cx="5166360" cy="1005840"/>
          </a:xfrm>
          <a:prstGeom prst="roundRect">
            <a:avLst/>
          </a:prstGeom>
          <a:solidFill>
            <a:srgbClr val="E5F4E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377440"/>
            <a:ext cx="64008" cy="100584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48716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Docker Backend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852928"/>
            <a:ext cx="4910328" cy="4389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[Add Docker backend image link here]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377440"/>
            <a:ext cx="5120640" cy="1005840"/>
          </a:xfrm>
          <a:prstGeom prst="roundRect">
            <a:avLst/>
          </a:prstGeom>
          <a:solidFill>
            <a:srgbClr val="FCEFDD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377440"/>
            <a:ext cx="64008" cy="1005840"/>
          </a:xfrm>
          <a:prstGeom prst="rect">
            <a:avLst/>
          </a:prstGeom>
          <a:solidFill>
            <a:srgbClr val="E29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487168"/>
            <a:ext cx="48463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Docker Frontend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52928"/>
            <a:ext cx="4864607" cy="4389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100" b="0">
                <a:solidFill>
                  <a:srgbClr val="1D242D"/>
                </a:solidFill>
                <a:latin typeface="Calibri"/>
              </a:rPr>
              <a:t>[Add Docker frontend image link here]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5166360" cy="100584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64008" cy="1005840"/>
          </a:xfrm>
          <a:prstGeom prst="rect">
            <a:avLst/>
          </a:prstGeom>
          <a:solidFill>
            <a:srgbClr val="226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3813048"/>
            <a:ext cx="489204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Local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4178808"/>
            <a:ext cx="4910328" cy="4389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http://localhost:3000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703320"/>
            <a:ext cx="5120640" cy="100584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64008" cy="1005840"/>
          </a:xfrm>
          <a:prstGeom prst="rect">
            <a:avLst/>
          </a:prstGeom>
          <a:solidFill>
            <a:srgbClr val="3F8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813048"/>
            <a:ext cx="484632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Local Backend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4178808"/>
            <a:ext cx="4864607" cy="43891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200" b="0">
                <a:solidFill>
                  <a:srgbClr val="1D242D"/>
                </a:solidFill>
                <a:latin typeface="Calibri"/>
              </a:rPr>
              <a:t>http://localhost:8080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29200"/>
            <a:ext cx="10744200" cy="685800"/>
          </a:xfrm>
          <a:prstGeom prst="roundRect">
            <a:avLst/>
          </a:prstGeom>
          <a:solidFill>
            <a:srgbClr val="F6F9FB"/>
          </a:solidFill>
          <a:ln w="12700">
            <a:solidFill>
              <a:srgbClr val="D9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029200"/>
            <a:ext cx="64008" cy="685800"/>
          </a:xfrm>
          <a:prstGeom prst="rect">
            <a:avLst/>
          </a:prstGeom>
          <a:solidFill>
            <a:srgbClr val="229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5138928"/>
            <a:ext cx="10469880" cy="292608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Cloud Hosting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5504688"/>
            <a:ext cx="10488168" cy="118872"/>
          </a:xfrm>
          <a:prstGeom prst="rect">
            <a:avLst/>
          </a:prstGeom>
          <a:noFill/>
        </p:spPr>
        <p:txBody>
          <a:bodyPr wrap="square" anchor="t" lIns="54864" rIns="54864" tIns="27432" bIns="27432">
            <a:normAutofit/>
          </a:bodyPr>
          <a:lstStyle/>
          <a:p>
            <a:pPr algn="l"/>
            <a:r>
              <a:rPr sz="1000" b="0">
                <a:solidFill>
                  <a:srgbClr val="1D242D"/>
                </a:solidFill>
                <a:latin typeface="Calibri"/>
              </a:rPr>
              <a:t>Azure is not used for this project. Code submission will be GitHub and Docker based.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